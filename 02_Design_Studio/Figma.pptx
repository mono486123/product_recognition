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4" d="100"/>
          <a:sy n="104" d="100"/>
        </p:scale>
        <p:origin x="87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F2A3B9C8-7630-6A85-2176-9D429C4CC4F4}"/>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B8BA020E-677E-57C5-744B-78FCF7C7342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6BDC199C-A549-BBB9-3F70-730F4E00BA93}"/>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5" name="頁尾版面配置區 4">
            <a:extLst>
              <a:ext uri="{FF2B5EF4-FFF2-40B4-BE49-F238E27FC236}">
                <a16:creationId xmlns:a16="http://schemas.microsoft.com/office/drawing/2014/main" id="{D9F5EC31-3977-DF0E-546F-CC8326137C7B}"/>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359C007E-CB6C-D906-9727-91FB8DC2EF11}"/>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33272218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2C3A430E-E52C-C243-27D1-5F0D6CDE8E6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A50862F-B9C5-333B-C86C-A75BEE6DC438}"/>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333CF2D9-CF1C-65FF-2F16-08A312EFB871}"/>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5" name="頁尾版面配置區 4">
            <a:extLst>
              <a:ext uri="{FF2B5EF4-FFF2-40B4-BE49-F238E27FC236}">
                <a16:creationId xmlns:a16="http://schemas.microsoft.com/office/drawing/2014/main" id="{00BE1F1C-554E-2B58-FC3F-94D159A8E5D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ADFCC101-A7F0-510C-DB28-31E50B478367}"/>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42896344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5B1DC06-C655-AB77-A3B9-6D39A57CB025}"/>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BBAC5FE8-95BA-5CCD-CD01-4AF75AFA236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88B44D08-5547-1046-1F2E-CDDC5C4FD687}"/>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5" name="頁尾版面配置區 4">
            <a:extLst>
              <a:ext uri="{FF2B5EF4-FFF2-40B4-BE49-F238E27FC236}">
                <a16:creationId xmlns:a16="http://schemas.microsoft.com/office/drawing/2014/main" id="{78B81A0B-745F-2C6E-8F2E-B95C80FF462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8AF0A3A1-1787-0CF8-C8BF-E552373C9B20}"/>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27735791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524538A-0237-BF83-69AA-1A461B54B86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76C8D24E-9DBC-32F8-5E5C-63B50F3EE793}"/>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BC8B80E9-3482-51EC-AC62-44DDF66ABE58}"/>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91FB7A8A-B03A-CCB3-B7D0-4D0A1FDBEE48}"/>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6" name="頁尾版面配置區 5">
            <a:extLst>
              <a:ext uri="{FF2B5EF4-FFF2-40B4-BE49-F238E27FC236}">
                <a16:creationId xmlns:a16="http://schemas.microsoft.com/office/drawing/2014/main" id="{BFAC0C62-DCF6-C8EF-FBCA-20E60C0ECCC9}"/>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CAF8AC23-F485-1BA3-0F8D-1A7B90BCBA69}"/>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36894774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FA7F6AF-7277-4C87-2A63-39EFBA99CC76}"/>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128B06F3-AACE-4FE8-9B42-7B0EE77A1BD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4748AA14-F262-0E14-8C9F-2F7A7D9F4AF8}"/>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B4AE72FD-409F-6541-ED03-9BC5A34BE8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C2064B17-11C4-8580-E1CA-14B5A516362E}"/>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C827C3B2-A00D-8E69-77E4-CFCF62357C65}"/>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8" name="頁尾版面配置區 7">
            <a:extLst>
              <a:ext uri="{FF2B5EF4-FFF2-40B4-BE49-F238E27FC236}">
                <a16:creationId xmlns:a16="http://schemas.microsoft.com/office/drawing/2014/main" id="{C374ACBC-E790-505D-F5CA-FAACF64026F8}"/>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95276175-D5B7-DE8D-FA62-454F29D5C8C3}"/>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1997882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F931618-206E-D1C4-DC95-B6731DDD947E}"/>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4FEC77AC-A252-6289-8635-094260364364}"/>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4" name="頁尾版面配置區 3">
            <a:extLst>
              <a:ext uri="{FF2B5EF4-FFF2-40B4-BE49-F238E27FC236}">
                <a16:creationId xmlns:a16="http://schemas.microsoft.com/office/drawing/2014/main" id="{8626A8D4-4838-E76D-B10A-E590C4830FAE}"/>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C6836405-33E8-CEFB-3F1A-64359187A917}"/>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5602168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7EA505D6-1CB8-DA10-51E8-E8E0B135C6C5}"/>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3" name="頁尾版面配置區 2">
            <a:extLst>
              <a:ext uri="{FF2B5EF4-FFF2-40B4-BE49-F238E27FC236}">
                <a16:creationId xmlns:a16="http://schemas.microsoft.com/office/drawing/2014/main" id="{B76946FC-1F05-186A-0A5A-31CC46BE6B37}"/>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9ACD6673-240D-9D6F-216A-BFDD70BF8CE9}"/>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821843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5CBECB98-4675-6A2D-DA5C-5161CCEEA079}"/>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EF182115-9A0E-270B-83D3-2C195D81718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33BB6FE3-1B8B-3C40-87A2-F7AD028C81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4FE9D34E-EF78-928F-C34E-3B28D60D6A62}"/>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6" name="頁尾版面配置區 5">
            <a:extLst>
              <a:ext uri="{FF2B5EF4-FFF2-40B4-BE49-F238E27FC236}">
                <a16:creationId xmlns:a16="http://schemas.microsoft.com/office/drawing/2014/main" id="{70AB8B1F-D2FE-76B9-B21B-49C201A4ABBC}"/>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C68E65F5-78C5-2604-50A3-39E8BBBC601F}"/>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3141902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97624F9-2987-575E-8AF3-1FB249984290}"/>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409980B2-F5A1-C7A2-BA84-F2D6FBF9F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3E1C8FDF-3971-26EC-DDC5-191A2E464F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137BC02A-6628-69EC-9692-CA8F3EF166C4}"/>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6" name="頁尾版面配置區 5">
            <a:extLst>
              <a:ext uri="{FF2B5EF4-FFF2-40B4-BE49-F238E27FC236}">
                <a16:creationId xmlns:a16="http://schemas.microsoft.com/office/drawing/2014/main" id="{33CD245D-E4F2-B600-40C4-6C08FC486D5A}"/>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4D7ED390-4896-36F3-5969-E621D17871BB}"/>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1522687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67F26FB-9158-A0D2-2A5F-FD38D8A9612C}"/>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1680B6D-44FD-3E93-5D80-8BC037018FB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F126B317-ECAF-8276-2A78-84C8C3AA982F}"/>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5" name="頁尾版面配置區 4">
            <a:extLst>
              <a:ext uri="{FF2B5EF4-FFF2-40B4-BE49-F238E27FC236}">
                <a16:creationId xmlns:a16="http://schemas.microsoft.com/office/drawing/2014/main" id="{8DC52C41-B5B2-2494-8B5C-23083F593C5B}"/>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B682AAE8-B378-6336-5D30-8BC87D2EF11B}"/>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1873918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BE345305-4807-99C6-9BB2-8563D3E98165}"/>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063DD89D-DD56-7C09-A699-D0082806333C}"/>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EC2ACAF-814B-02D5-5FFB-6C8F0C4EFEE8}"/>
              </a:ext>
            </a:extLst>
          </p:cNvPr>
          <p:cNvSpPr>
            <a:spLocks noGrp="1"/>
          </p:cNvSpPr>
          <p:nvPr>
            <p:ph type="dt" sz="half" idx="10"/>
          </p:nvPr>
        </p:nvSpPr>
        <p:spPr/>
        <p:txBody>
          <a:bodyPr/>
          <a:lstStyle/>
          <a:p>
            <a:fld id="{C7A42A00-63F9-4936-A9FC-576797656CB3}" type="datetimeFigureOut">
              <a:rPr lang="zh-TW" altLang="en-US" smtClean="0"/>
              <a:t>2025/12/21</a:t>
            </a:fld>
            <a:endParaRPr lang="zh-TW" altLang="en-US"/>
          </a:p>
        </p:txBody>
      </p:sp>
      <p:sp>
        <p:nvSpPr>
          <p:cNvPr id="5" name="頁尾版面配置區 4">
            <a:extLst>
              <a:ext uri="{FF2B5EF4-FFF2-40B4-BE49-F238E27FC236}">
                <a16:creationId xmlns:a16="http://schemas.microsoft.com/office/drawing/2014/main" id="{FB4B0319-EED0-925F-5D37-9C45B239361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1E9CE68-00B7-B575-CC30-2756A31805A7}"/>
              </a:ext>
            </a:extLst>
          </p:cNvPr>
          <p:cNvSpPr>
            <a:spLocks noGrp="1"/>
          </p:cNvSpPr>
          <p:nvPr>
            <p:ph type="sldNum" sz="quarter" idx="12"/>
          </p:nvPr>
        </p:nvSpPr>
        <p:spPr/>
        <p:txBody>
          <a:body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206547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8C823A3E-BBD3-7A66-510A-22AD82119A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E5C1746F-8B80-760E-FB3C-4AD7726A3D3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D6837B6F-1CEE-602C-CFAD-DB5E0938BA0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A42A00-63F9-4936-A9FC-576797656CB3}" type="datetimeFigureOut">
              <a:rPr lang="zh-TW" altLang="en-US" smtClean="0"/>
              <a:t>2025/12/21</a:t>
            </a:fld>
            <a:endParaRPr lang="zh-TW" altLang="en-US"/>
          </a:p>
        </p:txBody>
      </p:sp>
      <p:sp>
        <p:nvSpPr>
          <p:cNvPr id="5" name="頁尾版面配置區 4">
            <a:extLst>
              <a:ext uri="{FF2B5EF4-FFF2-40B4-BE49-F238E27FC236}">
                <a16:creationId xmlns:a16="http://schemas.microsoft.com/office/drawing/2014/main" id="{90463772-C166-DD63-62C6-C0B27850F2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EC038D64-1915-8616-BE68-7600AD6D33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BC6F043-4ADE-42DA-B3DF-EA088E1D994D}" type="slidenum">
              <a:rPr lang="zh-TW" altLang="en-US" smtClean="0"/>
              <a:t>‹#›</a:t>
            </a:fld>
            <a:endParaRPr lang="zh-TW" altLang="en-US"/>
          </a:p>
        </p:txBody>
      </p:sp>
    </p:spTree>
    <p:extLst>
      <p:ext uri="{BB962C8B-B14F-4D97-AF65-F5344CB8AC3E}">
        <p14:creationId xmlns:p14="http://schemas.microsoft.com/office/powerpoint/2010/main" val="13798963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3">
            <a:extLst>
              <a:ext uri="{FF2B5EF4-FFF2-40B4-BE49-F238E27FC236}">
                <a16:creationId xmlns:a16="http://schemas.microsoft.com/office/drawing/2014/main" id="{6B5BB8E7-042D-8315-0B1F-C377B7C661BE}"/>
              </a:ext>
            </a:extLst>
          </p:cNvPr>
          <p:cNvSpPr>
            <a:spLocks noGrp="1"/>
          </p:cNvSpPr>
          <p:nvPr>
            <p:ph type="title"/>
          </p:nvPr>
        </p:nvSpPr>
        <p:spPr/>
        <p:txBody>
          <a:bodyPr/>
          <a:lstStyle/>
          <a:p>
            <a:r>
              <a:rPr lang="en-US" altLang="zh-TW" dirty="0"/>
              <a:t>page_1	</a:t>
            </a:r>
            <a:endParaRPr lang="zh-TW" altLang="en-US" dirty="0"/>
          </a:p>
        </p:txBody>
      </p:sp>
      <p:sp>
        <p:nvSpPr>
          <p:cNvPr id="7" name="文字版面配置區 6">
            <a:extLst>
              <a:ext uri="{FF2B5EF4-FFF2-40B4-BE49-F238E27FC236}">
                <a16:creationId xmlns:a16="http://schemas.microsoft.com/office/drawing/2014/main" id="{2042F95E-6788-B074-BFB8-BA7A14D9521E}"/>
              </a:ext>
            </a:extLst>
          </p:cNvPr>
          <p:cNvSpPr>
            <a:spLocks noGrp="1"/>
          </p:cNvSpPr>
          <p:nvPr>
            <p:ph type="body" sz="half" idx="2"/>
          </p:nvPr>
        </p:nvSpPr>
        <p:spPr/>
        <p:txBody>
          <a:bodyPr/>
          <a:lstStyle/>
          <a:p>
            <a:r>
              <a:rPr lang="zh-TW" altLang="en-US" dirty="0"/>
              <a:t>黑灰色地方是拍攝螢幕，有個拍照圖片是拍照按鈕。</a:t>
            </a:r>
            <a:endParaRPr lang="en-US" altLang="zh-TW" dirty="0"/>
          </a:p>
          <a:p>
            <a:endParaRPr lang="en-US" altLang="zh-TW" dirty="0"/>
          </a:p>
          <a:p>
            <a:r>
              <a:rPr lang="zh-TW" altLang="en-US" dirty="0"/>
              <a:t>左下有個是計算機程式。</a:t>
            </a:r>
          </a:p>
        </p:txBody>
      </p:sp>
      <p:pic>
        <p:nvPicPr>
          <p:cNvPr id="8" name="圖片版面配置區 7" descr="一張含有 文字, 螢幕擷取畫面, 軟體, 電腦圖示 的圖片&#10;&#10;AI 產生的內容可能不正確。">
            <a:extLst>
              <a:ext uri="{FF2B5EF4-FFF2-40B4-BE49-F238E27FC236}">
                <a16:creationId xmlns:a16="http://schemas.microsoft.com/office/drawing/2014/main" id="{74E6BDE0-7B9F-CBD4-B7A8-2F85C79B8F6B}"/>
              </a:ext>
            </a:extLst>
          </p:cNvPr>
          <p:cNvPicPr>
            <a:picLocks noGrp="1" noChangeAspect="1"/>
          </p:cNvPicPr>
          <p:nvPr>
            <p:ph type="pic" idx="1"/>
          </p:nvPr>
        </p:nvPicPr>
        <p:blipFill>
          <a:blip r:embed="rId2"/>
          <a:srcRect l="42826" t="26739" r="40234" b="21792"/>
          <a:stretch>
            <a:fillRect/>
          </a:stretch>
        </p:blipFill>
        <p:spPr>
          <a:xfrm>
            <a:off x="6973454" y="350850"/>
            <a:ext cx="3602182" cy="6156299"/>
          </a:xfrm>
          <a:prstGeom prst="rect">
            <a:avLst/>
          </a:prstGeom>
        </p:spPr>
      </p:pic>
    </p:spTree>
    <p:extLst>
      <p:ext uri="{BB962C8B-B14F-4D97-AF65-F5344CB8AC3E}">
        <p14:creationId xmlns:p14="http://schemas.microsoft.com/office/powerpoint/2010/main" val="8223924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1505A-26BB-E401-3B56-9658605B3460}"/>
            </a:ext>
          </a:extLst>
        </p:cNvPr>
        <p:cNvGrpSpPr/>
        <p:nvPr/>
      </p:nvGrpSpPr>
      <p:grpSpPr>
        <a:xfrm>
          <a:off x="0" y="0"/>
          <a:ext cx="0" cy="0"/>
          <a:chOff x="0" y="0"/>
          <a:chExt cx="0" cy="0"/>
        </a:xfrm>
      </p:grpSpPr>
      <p:sp>
        <p:nvSpPr>
          <p:cNvPr id="4" name="標題 3">
            <a:extLst>
              <a:ext uri="{FF2B5EF4-FFF2-40B4-BE49-F238E27FC236}">
                <a16:creationId xmlns:a16="http://schemas.microsoft.com/office/drawing/2014/main" id="{8E1F2459-48A5-ABD9-1942-2BB178D71FEA}"/>
              </a:ext>
            </a:extLst>
          </p:cNvPr>
          <p:cNvSpPr>
            <a:spLocks noGrp="1"/>
          </p:cNvSpPr>
          <p:nvPr>
            <p:ph type="title"/>
          </p:nvPr>
        </p:nvSpPr>
        <p:spPr/>
        <p:txBody>
          <a:bodyPr/>
          <a:lstStyle/>
          <a:p>
            <a:r>
              <a:rPr lang="en-US" altLang="zh-TW" dirty="0"/>
              <a:t>page_2	</a:t>
            </a:r>
            <a:endParaRPr lang="zh-TW" altLang="en-US" dirty="0"/>
          </a:p>
        </p:txBody>
      </p:sp>
      <p:sp>
        <p:nvSpPr>
          <p:cNvPr id="7" name="文字版面配置區 6">
            <a:extLst>
              <a:ext uri="{FF2B5EF4-FFF2-40B4-BE49-F238E27FC236}">
                <a16:creationId xmlns:a16="http://schemas.microsoft.com/office/drawing/2014/main" id="{8283B577-F1BF-FBC1-CEEB-10643BD4B7D4}"/>
              </a:ext>
            </a:extLst>
          </p:cNvPr>
          <p:cNvSpPr>
            <a:spLocks noGrp="1"/>
          </p:cNvSpPr>
          <p:nvPr>
            <p:ph type="body" sz="half" idx="2"/>
          </p:nvPr>
        </p:nvSpPr>
        <p:spPr/>
        <p:txBody>
          <a:bodyPr>
            <a:normAutofit lnSpcReduction="10000"/>
          </a:bodyPr>
          <a:lstStyle/>
          <a:p>
            <a:r>
              <a:rPr lang="zh-TW" altLang="en-US" dirty="0"/>
              <a:t>辨識後出現項目，並且有商品價格及數量</a:t>
            </a:r>
            <a:r>
              <a:rPr lang="en-US" altLang="zh-TW" dirty="0"/>
              <a:t>(ex:</a:t>
            </a:r>
            <a:r>
              <a:rPr lang="zh-TW" altLang="en-US" dirty="0"/>
              <a:t>紅標米酒</a:t>
            </a:r>
            <a:r>
              <a:rPr lang="en-US" altLang="zh-TW" dirty="0"/>
              <a:t>_</a:t>
            </a:r>
            <a:r>
              <a:rPr lang="zh-TW" altLang="en-US" dirty="0"/>
              <a:t>料理米酒 </a:t>
            </a:r>
            <a:r>
              <a:rPr lang="en-US" altLang="zh-TW" dirty="0"/>
              <a:t>27</a:t>
            </a:r>
            <a:r>
              <a:rPr lang="zh-TW" altLang="en-US" dirty="0"/>
              <a:t>元 </a:t>
            </a:r>
            <a:r>
              <a:rPr lang="en-US" altLang="zh-TW" dirty="0"/>
              <a:t>2</a:t>
            </a:r>
            <a:r>
              <a:rPr lang="zh-TW" altLang="en-US" dirty="0"/>
              <a:t>瓶</a:t>
            </a:r>
            <a:r>
              <a:rPr lang="en-US" altLang="zh-TW" dirty="0"/>
              <a:t>)</a:t>
            </a:r>
          </a:p>
          <a:p>
            <a:r>
              <a:rPr lang="zh-TW" altLang="en-US" dirty="0"/>
              <a:t>下方有個總</a:t>
            </a:r>
            <a:r>
              <a:rPr lang="en-US" altLang="zh-TW" dirty="0"/>
              <a:t>total</a:t>
            </a:r>
            <a:r>
              <a:rPr lang="zh-TW" altLang="en-US" dirty="0"/>
              <a:t>多少元，這樣就算完成一次辨識。</a:t>
            </a:r>
            <a:endParaRPr lang="en-US" altLang="zh-TW" dirty="0"/>
          </a:p>
          <a:p>
            <a:r>
              <a:rPr lang="zh-TW" altLang="en-US" dirty="0"/>
              <a:t>還有每個商品都有刪除鈕，每個項目都有一個紅色叉叉，假如買兩瓶，按一次刪除一瓶，再按一次則全刪。</a:t>
            </a:r>
            <a:endParaRPr lang="en-US" altLang="zh-TW" dirty="0"/>
          </a:p>
          <a:p>
            <a:r>
              <a:rPr lang="en-US" altLang="zh-TW" dirty="0" err="1"/>
              <a:t>Totalq</a:t>
            </a:r>
            <a:r>
              <a:rPr lang="en-US" altLang="zh-TW" dirty="0"/>
              <a:t>;</a:t>
            </a:r>
            <a:r>
              <a:rPr lang="zh-TW" altLang="en-US" dirty="0"/>
              <a:t>有個返回鈕，可以返回上個辨識拍照頁面，</a:t>
            </a:r>
            <a:r>
              <a:rPr lang="en-US" altLang="zh-TW" dirty="0"/>
              <a:t>total</a:t>
            </a:r>
            <a:r>
              <a:rPr lang="zh-TW" altLang="en-US" dirty="0"/>
              <a:t>下方有個酒瓶鈕，這是專門用來把瓶子扣掉</a:t>
            </a:r>
            <a:r>
              <a:rPr lang="en-US" altLang="zh-TW" dirty="0"/>
              <a:t>2 </a:t>
            </a:r>
            <a:r>
              <a:rPr lang="zh-TW" altLang="en-US" dirty="0"/>
              <a:t>元，因為有些熟客買酒會拿瓶子回來還，瓶子能夠抵</a:t>
            </a:r>
            <a:r>
              <a:rPr lang="en-US" altLang="zh-TW" dirty="0"/>
              <a:t>2</a:t>
            </a:r>
            <a:r>
              <a:rPr lang="zh-TW" altLang="en-US" dirty="0"/>
              <a:t>塊</a:t>
            </a:r>
            <a:r>
              <a:rPr lang="en-US" altLang="zh-TW" dirty="0"/>
              <a:t>(</a:t>
            </a:r>
            <a:r>
              <a:rPr lang="zh-TW" altLang="en-US" dirty="0"/>
              <a:t>紅標米酒</a:t>
            </a:r>
            <a:r>
              <a:rPr lang="en-US" altLang="zh-TW" dirty="0"/>
              <a:t>_</a:t>
            </a:r>
            <a:r>
              <a:rPr lang="zh-TW" altLang="en-US" dirty="0"/>
              <a:t>料理米酒這一瓶就會變成</a:t>
            </a:r>
            <a:r>
              <a:rPr lang="en-US" altLang="zh-TW" dirty="0"/>
              <a:t>25</a:t>
            </a:r>
            <a:r>
              <a:rPr lang="zh-TW" altLang="en-US" dirty="0"/>
              <a:t>元，設置成只要按下就會讓料理米酒價格變</a:t>
            </a:r>
            <a:r>
              <a:rPr lang="en-US" altLang="zh-TW" dirty="0"/>
              <a:t>25</a:t>
            </a:r>
            <a:r>
              <a:rPr lang="zh-TW" altLang="en-US" dirty="0"/>
              <a:t>元，除非按返回鍵到辨識畫面重新變回</a:t>
            </a:r>
            <a:r>
              <a:rPr lang="en-US" altLang="zh-TW" dirty="0"/>
              <a:t>27</a:t>
            </a:r>
            <a:r>
              <a:rPr lang="zh-TW" altLang="en-US" dirty="0"/>
              <a:t>元</a:t>
            </a:r>
            <a:r>
              <a:rPr lang="en-US" altLang="zh-TW" dirty="0"/>
              <a:t>)</a:t>
            </a:r>
            <a:r>
              <a:rPr lang="zh-TW" altLang="en-US" dirty="0"/>
              <a:t>。</a:t>
            </a:r>
            <a:endParaRPr lang="en-US" altLang="zh-TW" dirty="0"/>
          </a:p>
          <a:p>
            <a:r>
              <a:rPr lang="zh-TW" altLang="en-US" dirty="0"/>
              <a:t>返回鍵下方有超市推車鈕，按下會到另一個頁面增加沒有辨識到的商品。</a:t>
            </a:r>
          </a:p>
        </p:txBody>
      </p:sp>
      <p:pic>
        <p:nvPicPr>
          <p:cNvPr id="8" name="圖片版面配置區 7">
            <a:extLst>
              <a:ext uri="{FF2B5EF4-FFF2-40B4-BE49-F238E27FC236}">
                <a16:creationId xmlns:a16="http://schemas.microsoft.com/office/drawing/2014/main" id="{5624F19B-3358-81F9-C17F-39525F98B9B9}"/>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111" b="-436"/>
          <a:stretch>
            <a:fillRect/>
          </a:stretch>
        </p:blipFill>
        <p:spPr>
          <a:xfrm>
            <a:off x="7419977" y="189346"/>
            <a:ext cx="3423514" cy="6185897"/>
          </a:xfrm>
          <a:prstGeom prst="rect">
            <a:avLst/>
          </a:prstGeom>
        </p:spPr>
      </p:pic>
    </p:spTree>
    <p:extLst>
      <p:ext uri="{BB962C8B-B14F-4D97-AF65-F5344CB8AC3E}">
        <p14:creationId xmlns:p14="http://schemas.microsoft.com/office/powerpoint/2010/main" val="4974544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B491A-5F19-E697-C745-75ABA4F8D496}"/>
            </a:ext>
          </a:extLst>
        </p:cNvPr>
        <p:cNvGrpSpPr/>
        <p:nvPr/>
      </p:nvGrpSpPr>
      <p:grpSpPr>
        <a:xfrm>
          <a:off x="0" y="0"/>
          <a:ext cx="0" cy="0"/>
          <a:chOff x="0" y="0"/>
          <a:chExt cx="0" cy="0"/>
        </a:xfrm>
      </p:grpSpPr>
      <p:sp>
        <p:nvSpPr>
          <p:cNvPr id="4" name="標題 3">
            <a:extLst>
              <a:ext uri="{FF2B5EF4-FFF2-40B4-BE49-F238E27FC236}">
                <a16:creationId xmlns:a16="http://schemas.microsoft.com/office/drawing/2014/main" id="{69F0824E-9253-AA98-ACCA-1CBD45F6BA0B}"/>
              </a:ext>
            </a:extLst>
          </p:cNvPr>
          <p:cNvSpPr>
            <a:spLocks noGrp="1"/>
          </p:cNvSpPr>
          <p:nvPr>
            <p:ph type="title"/>
          </p:nvPr>
        </p:nvSpPr>
        <p:spPr/>
        <p:txBody>
          <a:bodyPr/>
          <a:lstStyle/>
          <a:p>
            <a:r>
              <a:rPr lang="en-US" altLang="zh-TW" dirty="0"/>
              <a:t>page_3	</a:t>
            </a:r>
            <a:endParaRPr lang="zh-TW" altLang="en-US" dirty="0"/>
          </a:p>
        </p:txBody>
      </p:sp>
      <p:sp>
        <p:nvSpPr>
          <p:cNvPr id="7" name="文字版面配置區 6">
            <a:extLst>
              <a:ext uri="{FF2B5EF4-FFF2-40B4-BE49-F238E27FC236}">
                <a16:creationId xmlns:a16="http://schemas.microsoft.com/office/drawing/2014/main" id="{094F7B63-855B-9807-A5C9-4CE820402C8C}"/>
              </a:ext>
            </a:extLst>
          </p:cNvPr>
          <p:cNvSpPr>
            <a:spLocks noGrp="1"/>
          </p:cNvSpPr>
          <p:nvPr>
            <p:ph type="body" sz="half" idx="2"/>
          </p:nvPr>
        </p:nvSpPr>
        <p:spPr/>
        <p:txBody>
          <a:bodyPr>
            <a:normAutofit/>
          </a:bodyPr>
          <a:lstStyle/>
          <a:p>
            <a:r>
              <a:rPr lang="zh-TW" altLang="en-US" dirty="0"/>
              <a:t>這個頁面演示本來總</a:t>
            </a:r>
            <a:r>
              <a:rPr lang="en-US" altLang="zh-TW" dirty="0"/>
              <a:t>total</a:t>
            </a:r>
            <a:r>
              <a:rPr lang="zh-TW" altLang="en-US" dirty="0"/>
              <a:t>是</a:t>
            </a:r>
            <a:r>
              <a:rPr lang="en-US" altLang="zh-TW" dirty="0"/>
              <a:t>603</a:t>
            </a:r>
            <a:r>
              <a:rPr lang="zh-TW" altLang="en-US" dirty="0"/>
              <a:t>元，按下紅標米酒</a:t>
            </a:r>
            <a:r>
              <a:rPr lang="en-US" altLang="zh-TW" dirty="0"/>
              <a:t>_</a:t>
            </a:r>
            <a:r>
              <a:rPr lang="zh-TW" altLang="en-US" dirty="0"/>
              <a:t>料理米酒商品項目的紅叉叉變回一瓶後，自動計算</a:t>
            </a:r>
            <a:r>
              <a:rPr lang="en-US" altLang="zh-TW" dirty="0"/>
              <a:t>total</a:t>
            </a:r>
            <a:r>
              <a:rPr lang="zh-TW" altLang="en-US" dirty="0"/>
              <a:t>。</a:t>
            </a:r>
            <a:endParaRPr lang="en-US" altLang="zh-TW" dirty="0"/>
          </a:p>
          <a:p>
            <a:endParaRPr lang="zh-TW" altLang="en-US" dirty="0"/>
          </a:p>
        </p:txBody>
      </p:sp>
      <p:pic>
        <p:nvPicPr>
          <p:cNvPr id="8" name="圖片版面配置區 7">
            <a:extLst>
              <a:ext uri="{FF2B5EF4-FFF2-40B4-BE49-F238E27FC236}">
                <a16:creationId xmlns:a16="http://schemas.microsoft.com/office/drawing/2014/main" id="{DF7FA49A-ACE5-586A-EB74-5C5E25928CA4}"/>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264" b="1008"/>
          <a:stretch>
            <a:fillRect/>
          </a:stretch>
        </p:blipFill>
        <p:spPr>
          <a:xfrm>
            <a:off x="7807905" y="600363"/>
            <a:ext cx="2891268" cy="5920509"/>
          </a:xfrm>
          <a:prstGeom prst="rect">
            <a:avLst/>
          </a:prstGeom>
        </p:spPr>
      </p:pic>
    </p:spTree>
    <p:extLst>
      <p:ext uri="{BB962C8B-B14F-4D97-AF65-F5344CB8AC3E}">
        <p14:creationId xmlns:p14="http://schemas.microsoft.com/office/powerpoint/2010/main" val="767683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05EDD-CE1F-D04D-44DD-B036AFE5E199}"/>
            </a:ext>
          </a:extLst>
        </p:cNvPr>
        <p:cNvGrpSpPr/>
        <p:nvPr/>
      </p:nvGrpSpPr>
      <p:grpSpPr>
        <a:xfrm>
          <a:off x="0" y="0"/>
          <a:ext cx="0" cy="0"/>
          <a:chOff x="0" y="0"/>
          <a:chExt cx="0" cy="0"/>
        </a:xfrm>
      </p:grpSpPr>
      <p:sp>
        <p:nvSpPr>
          <p:cNvPr id="4" name="標題 3">
            <a:extLst>
              <a:ext uri="{FF2B5EF4-FFF2-40B4-BE49-F238E27FC236}">
                <a16:creationId xmlns:a16="http://schemas.microsoft.com/office/drawing/2014/main" id="{C1631812-2AA5-ABCA-36D4-D0F658E20A5D}"/>
              </a:ext>
            </a:extLst>
          </p:cNvPr>
          <p:cNvSpPr>
            <a:spLocks noGrp="1"/>
          </p:cNvSpPr>
          <p:nvPr>
            <p:ph type="title"/>
          </p:nvPr>
        </p:nvSpPr>
        <p:spPr/>
        <p:txBody>
          <a:bodyPr/>
          <a:lstStyle/>
          <a:p>
            <a:r>
              <a:rPr lang="en-US" altLang="zh-TW" dirty="0"/>
              <a:t>page_4	</a:t>
            </a:r>
            <a:endParaRPr lang="zh-TW" altLang="en-US" dirty="0"/>
          </a:p>
        </p:txBody>
      </p:sp>
      <p:sp>
        <p:nvSpPr>
          <p:cNvPr id="7" name="文字版面配置區 6">
            <a:extLst>
              <a:ext uri="{FF2B5EF4-FFF2-40B4-BE49-F238E27FC236}">
                <a16:creationId xmlns:a16="http://schemas.microsoft.com/office/drawing/2014/main" id="{8C359DAE-39FF-8F47-2AE0-27766CF6C350}"/>
              </a:ext>
            </a:extLst>
          </p:cNvPr>
          <p:cNvSpPr>
            <a:spLocks noGrp="1"/>
          </p:cNvSpPr>
          <p:nvPr>
            <p:ph type="body" sz="half" idx="2"/>
          </p:nvPr>
        </p:nvSpPr>
        <p:spPr/>
        <p:txBody>
          <a:bodyPr>
            <a:normAutofit/>
          </a:bodyPr>
          <a:lstStyle/>
          <a:p>
            <a:r>
              <a:rPr lang="zh-TW" altLang="en-US" dirty="0"/>
              <a:t>這是按下超商推車按鍵後到另一個頁面，上方有搜尋鈕及框，假如打 紅 一個字後會出現跟紅相關的商品。</a:t>
            </a:r>
            <a:endParaRPr lang="en-US" altLang="zh-TW" dirty="0"/>
          </a:p>
        </p:txBody>
      </p:sp>
      <p:pic>
        <p:nvPicPr>
          <p:cNvPr id="8" name="圖片版面配置區 7">
            <a:extLst>
              <a:ext uri="{FF2B5EF4-FFF2-40B4-BE49-F238E27FC236}">
                <a16:creationId xmlns:a16="http://schemas.microsoft.com/office/drawing/2014/main" id="{F11E60B6-0B8F-3C9C-F19D-1ABAE653BB0C}"/>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1549" b="1549"/>
          <a:stretch/>
        </p:blipFill>
        <p:spPr>
          <a:xfrm>
            <a:off x="7807905" y="600363"/>
            <a:ext cx="2891268" cy="5920509"/>
          </a:xfrm>
          <a:prstGeom prst="rect">
            <a:avLst/>
          </a:prstGeom>
        </p:spPr>
      </p:pic>
    </p:spTree>
    <p:extLst>
      <p:ext uri="{BB962C8B-B14F-4D97-AF65-F5344CB8AC3E}">
        <p14:creationId xmlns:p14="http://schemas.microsoft.com/office/powerpoint/2010/main" val="2973286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5CAED-C455-444C-B488-04C3B95ABB60}"/>
            </a:ext>
          </a:extLst>
        </p:cNvPr>
        <p:cNvGrpSpPr/>
        <p:nvPr/>
      </p:nvGrpSpPr>
      <p:grpSpPr>
        <a:xfrm>
          <a:off x="0" y="0"/>
          <a:ext cx="0" cy="0"/>
          <a:chOff x="0" y="0"/>
          <a:chExt cx="0" cy="0"/>
        </a:xfrm>
      </p:grpSpPr>
      <p:sp>
        <p:nvSpPr>
          <p:cNvPr id="4" name="標題 3">
            <a:extLst>
              <a:ext uri="{FF2B5EF4-FFF2-40B4-BE49-F238E27FC236}">
                <a16:creationId xmlns:a16="http://schemas.microsoft.com/office/drawing/2014/main" id="{118FDD0D-4FA3-E9E1-4B62-11D6E785FC70}"/>
              </a:ext>
            </a:extLst>
          </p:cNvPr>
          <p:cNvSpPr>
            <a:spLocks noGrp="1"/>
          </p:cNvSpPr>
          <p:nvPr>
            <p:ph type="title"/>
          </p:nvPr>
        </p:nvSpPr>
        <p:spPr/>
        <p:txBody>
          <a:bodyPr/>
          <a:lstStyle/>
          <a:p>
            <a:r>
              <a:rPr lang="en-US" altLang="zh-TW" dirty="0"/>
              <a:t>page_5	</a:t>
            </a:r>
            <a:endParaRPr lang="zh-TW" altLang="en-US" dirty="0"/>
          </a:p>
        </p:txBody>
      </p:sp>
      <p:sp>
        <p:nvSpPr>
          <p:cNvPr id="7" name="文字版面配置區 6">
            <a:extLst>
              <a:ext uri="{FF2B5EF4-FFF2-40B4-BE49-F238E27FC236}">
                <a16:creationId xmlns:a16="http://schemas.microsoft.com/office/drawing/2014/main" id="{FA67CF35-9358-8C11-D413-1004678445A7}"/>
              </a:ext>
            </a:extLst>
          </p:cNvPr>
          <p:cNvSpPr>
            <a:spLocks noGrp="1"/>
          </p:cNvSpPr>
          <p:nvPr>
            <p:ph type="body" sz="half" idx="2"/>
          </p:nvPr>
        </p:nvSpPr>
        <p:spPr/>
        <p:txBody>
          <a:bodyPr>
            <a:normAutofit/>
          </a:bodyPr>
          <a:lstStyle/>
          <a:p>
            <a:r>
              <a:rPr lang="zh-TW" altLang="en-US" dirty="0"/>
              <a:t>當按下其中一個商品項目框後，數量表格變更為</a:t>
            </a:r>
            <a:r>
              <a:rPr lang="en-US" altLang="zh-TW" dirty="0"/>
              <a:t>1</a:t>
            </a:r>
            <a:r>
              <a:rPr lang="zh-TW" altLang="en-US" dirty="0"/>
              <a:t>。並且要按下下方的推車按鈕之後會顯示訊息框文字如</a:t>
            </a:r>
            <a:r>
              <a:rPr lang="en-US" altLang="zh-TW" dirty="0"/>
              <a:t>page_6</a:t>
            </a:r>
            <a:r>
              <a:rPr lang="zh-TW" altLang="en-US" dirty="0"/>
              <a:t>。</a:t>
            </a:r>
            <a:endParaRPr lang="en-US" altLang="zh-TW" dirty="0"/>
          </a:p>
          <a:p>
            <a:endParaRPr lang="en-US" altLang="zh-TW" dirty="0"/>
          </a:p>
          <a:p>
            <a:r>
              <a:rPr lang="zh-TW" altLang="en-US" dirty="0"/>
              <a:t>這裡提示一下，如果只有按商品項目框沒有按超商推車鍵就查詢另一個商品，等你重新查紅標米酒會變回數量 </a:t>
            </a:r>
            <a:r>
              <a:rPr lang="en-US" altLang="zh-TW" dirty="0"/>
              <a:t>0</a:t>
            </a:r>
            <a:r>
              <a:rPr lang="zh-TW" altLang="en-US" dirty="0"/>
              <a:t>。</a:t>
            </a:r>
            <a:endParaRPr lang="en-US" altLang="zh-TW" dirty="0"/>
          </a:p>
        </p:txBody>
      </p:sp>
      <p:pic>
        <p:nvPicPr>
          <p:cNvPr id="8" name="圖片版面配置區 7">
            <a:extLst>
              <a:ext uri="{FF2B5EF4-FFF2-40B4-BE49-F238E27FC236}">
                <a16:creationId xmlns:a16="http://schemas.microsoft.com/office/drawing/2014/main" id="{E539822F-3BF4-18FC-72FF-BF5BF8BFED44}"/>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605" b="605"/>
          <a:stretch/>
        </p:blipFill>
        <p:spPr>
          <a:xfrm>
            <a:off x="7807905" y="600363"/>
            <a:ext cx="2891268" cy="5920509"/>
          </a:xfrm>
          <a:prstGeom prst="rect">
            <a:avLst/>
          </a:prstGeom>
        </p:spPr>
      </p:pic>
    </p:spTree>
    <p:extLst>
      <p:ext uri="{BB962C8B-B14F-4D97-AF65-F5344CB8AC3E}">
        <p14:creationId xmlns:p14="http://schemas.microsoft.com/office/powerpoint/2010/main" val="21955607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42D23-F3CA-2AD5-3C10-7A1A93F579C6}"/>
            </a:ext>
          </a:extLst>
        </p:cNvPr>
        <p:cNvGrpSpPr/>
        <p:nvPr/>
      </p:nvGrpSpPr>
      <p:grpSpPr>
        <a:xfrm>
          <a:off x="0" y="0"/>
          <a:ext cx="0" cy="0"/>
          <a:chOff x="0" y="0"/>
          <a:chExt cx="0" cy="0"/>
        </a:xfrm>
      </p:grpSpPr>
      <p:sp>
        <p:nvSpPr>
          <p:cNvPr id="4" name="標題 3">
            <a:extLst>
              <a:ext uri="{FF2B5EF4-FFF2-40B4-BE49-F238E27FC236}">
                <a16:creationId xmlns:a16="http://schemas.microsoft.com/office/drawing/2014/main" id="{E62313C0-9135-507C-B1B6-EAD04A781D99}"/>
              </a:ext>
            </a:extLst>
          </p:cNvPr>
          <p:cNvSpPr>
            <a:spLocks noGrp="1"/>
          </p:cNvSpPr>
          <p:nvPr>
            <p:ph type="title"/>
          </p:nvPr>
        </p:nvSpPr>
        <p:spPr/>
        <p:txBody>
          <a:bodyPr/>
          <a:lstStyle/>
          <a:p>
            <a:r>
              <a:rPr lang="en-US" altLang="zh-TW" dirty="0"/>
              <a:t>page_6	</a:t>
            </a:r>
            <a:endParaRPr lang="zh-TW" altLang="en-US" dirty="0"/>
          </a:p>
        </p:txBody>
      </p:sp>
      <p:sp>
        <p:nvSpPr>
          <p:cNvPr id="7" name="文字版面配置區 6">
            <a:extLst>
              <a:ext uri="{FF2B5EF4-FFF2-40B4-BE49-F238E27FC236}">
                <a16:creationId xmlns:a16="http://schemas.microsoft.com/office/drawing/2014/main" id="{F169CB44-F4F8-4E18-77B8-0785EF67D089}"/>
              </a:ext>
            </a:extLst>
          </p:cNvPr>
          <p:cNvSpPr>
            <a:spLocks noGrp="1"/>
          </p:cNvSpPr>
          <p:nvPr>
            <p:ph type="body" sz="half" idx="2"/>
          </p:nvPr>
        </p:nvSpPr>
        <p:spPr/>
        <p:txBody>
          <a:bodyPr>
            <a:normAutofit/>
          </a:bodyPr>
          <a:lstStyle/>
          <a:p>
            <a:r>
              <a:rPr lang="zh-TW" altLang="en-US" dirty="0"/>
              <a:t>按下商品項目框後數量增加為</a:t>
            </a:r>
            <a:r>
              <a:rPr lang="en-US" altLang="zh-TW" dirty="0"/>
              <a:t>1</a:t>
            </a:r>
            <a:r>
              <a:rPr lang="zh-TW" altLang="en-US" dirty="0"/>
              <a:t>同時，跳出訊息框寫道</a:t>
            </a:r>
            <a:r>
              <a:rPr lang="en-US" altLang="zh-TW" dirty="0"/>
              <a:t>:</a:t>
            </a:r>
            <a:r>
              <a:rPr lang="zh-TW" altLang="en-US" dirty="0"/>
              <a:t>紅標米酒</a:t>
            </a:r>
            <a:r>
              <a:rPr lang="en-US" altLang="zh-TW" dirty="0"/>
              <a:t>_</a:t>
            </a:r>
            <a:r>
              <a:rPr lang="zh-TW" altLang="en-US" dirty="0"/>
              <a:t>料理米酒</a:t>
            </a:r>
            <a:r>
              <a:rPr lang="en-US" altLang="zh-TW" dirty="0"/>
              <a:t>X1</a:t>
            </a:r>
            <a:r>
              <a:rPr lang="zh-TW" altLang="en-US" dirty="0"/>
              <a:t>。</a:t>
            </a:r>
            <a:endParaRPr lang="en-US" altLang="zh-TW" dirty="0"/>
          </a:p>
          <a:p>
            <a:endParaRPr lang="en-US" altLang="zh-TW" dirty="0"/>
          </a:p>
          <a:p>
            <a:r>
              <a:rPr lang="zh-TW" altLang="en-US" dirty="0"/>
              <a:t>最後都輸入完或是查完需要的商品後按下推車鍵旁的返回鍵回到上個頁面。</a:t>
            </a:r>
            <a:endParaRPr lang="en-US" altLang="zh-TW" dirty="0"/>
          </a:p>
          <a:p>
            <a:endParaRPr lang="en-US" altLang="zh-TW" dirty="0"/>
          </a:p>
        </p:txBody>
      </p:sp>
      <p:pic>
        <p:nvPicPr>
          <p:cNvPr id="8" name="圖片版面配置區 7">
            <a:extLst>
              <a:ext uri="{FF2B5EF4-FFF2-40B4-BE49-F238E27FC236}">
                <a16:creationId xmlns:a16="http://schemas.microsoft.com/office/drawing/2014/main" id="{CB7DA434-9391-EF99-EBD6-FA34D1B61E2D}"/>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1238" b="1238"/>
          <a:stretch/>
        </p:blipFill>
        <p:spPr>
          <a:xfrm>
            <a:off x="7807905" y="600363"/>
            <a:ext cx="2891268" cy="5920509"/>
          </a:xfrm>
          <a:prstGeom prst="rect">
            <a:avLst/>
          </a:prstGeom>
        </p:spPr>
      </p:pic>
    </p:spTree>
    <p:extLst>
      <p:ext uri="{BB962C8B-B14F-4D97-AF65-F5344CB8AC3E}">
        <p14:creationId xmlns:p14="http://schemas.microsoft.com/office/powerpoint/2010/main" val="911214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35BBA-D5A9-E69D-D789-BC28BA840EB5}"/>
            </a:ext>
          </a:extLst>
        </p:cNvPr>
        <p:cNvGrpSpPr/>
        <p:nvPr/>
      </p:nvGrpSpPr>
      <p:grpSpPr>
        <a:xfrm>
          <a:off x="0" y="0"/>
          <a:ext cx="0" cy="0"/>
          <a:chOff x="0" y="0"/>
          <a:chExt cx="0" cy="0"/>
        </a:xfrm>
      </p:grpSpPr>
      <p:sp>
        <p:nvSpPr>
          <p:cNvPr id="4" name="標題 3">
            <a:extLst>
              <a:ext uri="{FF2B5EF4-FFF2-40B4-BE49-F238E27FC236}">
                <a16:creationId xmlns:a16="http://schemas.microsoft.com/office/drawing/2014/main" id="{E1CB4AFF-B287-74CA-86C9-FCF396854830}"/>
              </a:ext>
            </a:extLst>
          </p:cNvPr>
          <p:cNvSpPr>
            <a:spLocks noGrp="1"/>
          </p:cNvSpPr>
          <p:nvPr>
            <p:ph type="title"/>
          </p:nvPr>
        </p:nvSpPr>
        <p:spPr/>
        <p:txBody>
          <a:bodyPr/>
          <a:lstStyle/>
          <a:p>
            <a:r>
              <a:rPr lang="en-US" altLang="zh-TW" dirty="0"/>
              <a:t>page_7	</a:t>
            </a:r>
            <a:endParaRPr lang="zh-TW" altLang="en-US" dirty="0"/>
          </a:p>
        </p:txBody>
      </p:sp>
      <p:sp>
        <p:nvSpPr>
          <p:cNvPr id="7" name="文字版面配置區 6">
            <a:extLst>
              <a:ext uri="{FF2B5EF4-FFF2-40B4-BE49-F238E27FC236}">
                <a16:creationId xmlns:a16="http://schemas.microsoft.com/office/drawing/2014/main" id="{4B539E67-E745-3CBC-FDD7-26905B2193B8}"/>
              </a:ext>
            </a:extLst>
          </p:cNvPr>
          <p:cNvSpPr>
            <a:spLocks noGrp="1"/>
          </p:cNvSpPr>
          <p:nvPr>
            <p:ph type="body" sz="half" idx="2"/>
          </p:nvPr>
        </p:nvSpPr>
        <p:spPr/>
        <p:txBody>
          <a:bodyPr>
            <a:normAutofit/>
          </a:bodyPr>
          <a:lstStyle/>
          <a:p>
            <a:r>
              <a:rPr lang="zh-TW" altLang="en-US" dirty="0"/>
              <a:t>這樣子總</a:t>
            </a:r>
            <a:r>
              <a:rPr lang="en-US" altLang="zh-TW" dirty="0"/>
              <a:t>total</a:t>
            </a:r>
            <a:r>
              <a:rPr lang="zh-TW" altLang="en-US" dirty="0"/>
              <a:t>變</a:t>
            </a:r>
            <a:r>
              <a:rPr lang="en-US" altLang="zh-TW" dirty="0"/>
              <a:t>603</a:t>
            </a:r>
            <a:r>
              <a:rPr lang="zh-TW" altLang="en-US" dirty="0"/>
              <a:t>元，紅標米酒</a:t>
            </a:r>
            <a:r>
              <a:rPr lang="en-US" altLang="zh-TW" dirty="0"/>
              <a:t>_</a:t>
            </a:r>
            <a:r>
              <a:rPr lang="zh-TW" altLang="en-US" dirty="0"/>
              <a:t>料理米酒的數量從</a:t>
            </a:r>
            <a:r>
              <a:rPr lang="en-US" altLang="zh-TW" dirty="0"/>
              <a:t>1</a:t>
            </a:r>
            <a:r>
              <a:rPr lang="zh-TW" altLang="en-US" dirty="0"/>
              <a:t>變成</a:t>
            </a:r>
            <a:r>
              <a:rPr lang="en-US" altLang="zh-TW" dirty="0"/>
              <a:t>2</a:t>
            </a:r>
            <a:r>
              <a:rPr lang="zh-TW" altLang="en-US" dirty="0"/>
              <a:t>。</a:t>
            </a:r>
            <a:endParaRPr lang="en-US" altLang="zh-TW" dirty="0"/>
          </a:p>
        </p:txBody>
      </p:sp>
      <p:pic>
        <p:nvPicPr>
          <p:cNvPr id="8" name="圖片版面配置區 7">
            <a:extLst>
              <a:ext uri="{FF2B5EF4-FFF2-40B4-BE49-F238E27FC236}">
                <a16:creationId xmlns:a16="http://schemas.microsoft.com/office/drawing/2014/main" id="{C1C0EC00-E88D-B254-6764-5E51A3EAE91E}"/>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977" b="-295"/>
          <a:stretch>
            <a:fillRect/>
          </a:stretch>
        </p:blipFill>
        <p:spPr>
          <a:xfrm>
            <a:off x="7807905" y="457201"/>
            <a:ext cx="2891268" cy="6165272"/>
          </a:xfrm>
          <a:prstGeom prst="rect">
            <a:avLst/>
          </a:prstGeom>
        </p:spPr>
      </p:pic>
    </p:spTree>
    <p:extLst>
      <p:ext uri="{BB962C8B-B14F-4D97-AF65-F5344CB8AC3E}">
        <p14:creationId xmlns:p14="http://schemas.microsoft.com/office/powerpoint/2010/main" val="3552475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1B127-1913-9CDF-C5CC-CFB190E03DCD}"/>
            </a:ext>
          </a:extLst>
        </p:cNvPr>
        <p:cNvGrpSpPr/>
        <p:nvPr/>
      </p:nvGrpSpPr>
      <p:grpSpPr>
        <a:xfrm>
          <a:off x="0" y="0"/>
          <a:ext cx="0" cy="0"/>
          <a:chOff x="0" y="0"/>
          <a:chExt cx="0" cy="0"/>
        </a:xfrm>
      </p:grpSpPr>
      <p:sp>
        <p:nvSpPr>
          <p:cNvPr id="4" name="標題 3">
            <a:extLst>
              <a:ext uri="{FF2B5EF4-FFF2-40B4-BE49-F238E27FC236}">
                <a16:creationId xmlns:a16="http://schemas.microsoft.com/office/drawing/2014/main" id="{5D373756-B6CB-BC81-94AE-87CE5FC734AA}"/>
              </a:ext>
            </a:extLst>
          </p:cNvPr>
          <p:cNvSpPr>
            <a:spLocks noGrp="1"/>
          </p:cNvSpPr>
          <p:nvPr>
            <p:ph type="title"/>
          </p:nvPr>
        </p:nvSpPr>
        <p:spPr/>
        <p:txBody>
          <a:bodyPr/>
          <a:lstStyle/>
          <a:p>
            <a:r>
              <a:rPr lang="en-US" altLang="zh-TW" dirty="0"/>
              <a:t>page_8	</a:t>
            </a:r>
            <a:endParaRPr lang="zh-TW" altLang="en-US" dirty="0"/>
          </a:p>
        </p:txBody>
      </p:sp>
      <p:sp>
        <p:nvSpPr>
          <p:cNvPr id="7" name="文字版面配置區 6">
            <a:extLst>
              <a:ext uri="{FF2B5EF4-FFF2-40B4-BE49-F238E27FC236}">
                <a16:creationId xmlns:a16="http://schemas.microsoft.com/office/drawing/2014/main" id="{578DAB57-68F4-27E2-5C56-7B35E6AA71E0}"/>
              </a:ext>
            </a:extLst>
          </p:cNvPr>
          <p:cNvSpPr>
            <a:spLocks noGrp="1"/>
          </p:cNvSpPr>
          <p:nvPr>
            <p:ph type="body" sz="half" idx="2"/>
          </p:nvPr>
        </p:nvSpPr>
        <p:spPr/>
        <p:txBody>
          <a:bodyPr>
            <a:normAutofit/>
          </a:bodyPr>
          <a:lstStyle/>
          <a:p>
            <a:r>
              <a:rPr lang="zh-TW" altLang="en-US" dirty="0"/>
              <a:t>如果按下</a:t>
            </a:r>
            <a:r>
              <a:rPr lang="en-US" altLang="zh-TW" dirty="0"/>
              <a:t>total</a:t>
            </a:r>
            <a:r>
              <a:rPr lang="zh-TW" altLang="en-US" dirty="0"/>
              <a:t>下方酒瓶鈕，會把料理米酒從</a:t>
            </a:r>
            <a:r>
              <a:rPr lang="en-US" altLang="zh-TW" dirty="0"/>
              <a:t>27</a:t>
            </a:r>
            <a:r>
              <a:rPr lang="zh-TW" altLang="en-US" dirty="0"/>
              <a:t>元價格變為</a:t>
            </a:r>
            <a:r>
              <a:rPr lang="en-US" altLang="zh-TW" dirty="0"/>
              <a:t>25</a:t>
            </a:r>
            <a:r>
              <a:rPr lang="zh-TW" altLang="en-US" dirty="0"/>
              <a:t>元。</a:t>
            </a:r>
            <a:r>
              <a:rPr lang="en-US" altLang="zh-TW" dirty="0"/>
              <a:t>(</a:t>
            </a:r>
            <a:r>
              <a:rPr lang="zh-TW" altLang="en-US" dirty="0"/>
              <a:t>專門為了熟客設置</a:t>
            </a:r>
            <a:r>
              <a:rPr lang="en-US" altLang="zh-TW" dirty="0"/>
              <a:t>)</a:t>
            </a:r>
          </a:p>
        </p:txBody>
      </p:sp>
      <p:pic>
        <p:nvPicPr>
          <p:cNvPr id="8" name="圖片版面配置區 7">
            <a:extLst>
              <a:ext uri="{FF2B5EF4-FFF2-40B4-BE49-F238E27FC236}">
                <a16:creationId xmlns:a16="http://schemas.microsoft.com/office/drawing/2014/main" id="{AF09C70F-B00D-71E4-49B2-2A38AB56D81F}"/>
              </a:ext>
            </a:extLst>
          </p:cNvPr>
          <p:cNvPicPr>
            <a:picLocks noGrp="1" noChangeAspect="1"/>
          </p:cNvPicPr>
          <p:nvPr>
            <p:ph type="pic" idx="1"/>
          </p:nvPr>
        </p:nvPicPr>
        <p:blipFill>
          <a:blip r:embed="rId2">
            <a:extLst>
              <a:ext uri="{28A0092B-C50C-407E-A947-70E740481C1C}">
                <a14:useLocalDpi xmlns:a14="http://schemas.microsoft.com/office/drawing/2010/main" val="0"/>
              </a:ext>
            </a:extLst>
          </a:blip>
          <a:srcRect t="1311" b="1311"/>
          <a:stretch/>
        </p:blipFill>
        <p:spPr>
          <a:xfrm>
            <a:off x="7807905" y="457201"/>
            <a:ext cx="2891268" cy="6165272"/>
          </a:xfrm>
          <a:prstGeom prst="rect">
            <a:avLst/>
          </a:prstGeom>
        </p:spPr>
      </p:pic>
    </p:spTree>
    <p:extLst>
      <p:ext uri="{BB962C8B-B14F-4D97-AF65-F5344CB8AC3E}">
        <p14:creationId xmlns:p14="http://schemas.microsoft.com/office/powerpoint/2010/main" val="2312632827"/>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457</Words>
  <Application>Microsoft Office PowerPoint</Application>
  <PresentationFormat>寬螢幕</PresentationFormat>
  <Paragraphs>26</Paragraphs>
  <Slides>8</Slides>
  <Notes>0</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8</vt:i4>
      </vt:variant>
    </vt:vector>
  </HeadingPairs>
  <TitlesOfParts>
    <vt:vector size="12" baseType="lpstr">
      <vt:lpstr>Arial</vt:lpstr>
      <vt:lpstr>Calibri</vt:lpstr>
      <vt:lpstr>Calibri Light</vt:lpstr>
      <vt:lpstr>Office 佈景主題</vt:lpstr>
      <vt:lpstr>page_1 </vt:lpstr>
      <vt:lpstr>page_2 </vt:lpstr>
      <vt:lpstr>page_3 </vt:lpstr>
      <vt:lpstr>page_4 </vt:lpstr>
      <vt:lpstr>page_5 </vt:lpstr>
      <vt:lpstr>page_6 </vt:lpstr>
      <vt:lpstr>page_7 </vt:lpstr>
      <vt:lpstr>page_8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坤政 施</dc:creator>
  <cp:lastModifiedBy>坤政 施</cp:lastModifiedBy>
  <cp:revision>4</cp:revision>
  <dcterms:created xsi:type="dcterms:W3CDTF">2025-12-19T13:01:55Z</dcterms:created>
  <dcterms:modified xsi:type="dcterms:W3CDTF">2025-12-21T06:00:33Z</dcterms:modified>
</cp:coreProperties>
</file>