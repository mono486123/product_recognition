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A3B9C8-7630-6A85-2176-9D429C4CC4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8BA020E-677E-57C5-744B-78FCF7C734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BDC199C-A549-BBB9-3F70-730F4E00B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2A00-63F9-4936-A9FC-576797656CB3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9F5EC31-3977-DF0E-546F-CC8326137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59C007E-CB6C-D906-9727-91FB8DC2E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6F043-4ADE-42DA-B3DF-EA088E1D99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7221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3A430E-E52C-C243-27D1-5F0D6CDE8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A50862F-B9C5-333B-C86C-A75BEE6DC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33CF2D9-CF1C-65FF-2F16-08A312EFB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2A00-63F9-4936-A9FC-576797656CB3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0BE1F1C-554E-2B58-FC3F-94D159A8E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DFCC101-A7F0-510C-DB28-31E50B478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6F043-4ADE-42DA-B3DF-EA088E1D99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9634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B1DC06-C655-AB77-A3B9-6D39A57CB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BAC5FE8-95BA-5CCD-CD01-4AF75AFA2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8B44D08-5547-1046-1F2E-CDDC5C4FD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2A00-63F9-4936-A9FC-576797656CB3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8B81A0B-745F-2C6E-8F2E-B95C80FF4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AF0A3A1-1787-0CF8-C8BF-E552373C9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6F043-4ADE-42DA-B3DF-EA088E1D99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3579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24538A-0237-BF83-69AA-1A461B54B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C8D24E-9DBC-32F8-5E5C-63B50F3EE7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C8B80E9-3482-51EC-AC62-44DDF66ABE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1FB7A8A-B03A-CCB3-B7D0-4D0A1FDBE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2A00-63F9-4936-A9FC-576797656CB3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FAC0C62-DCF6-C8EF-FBCA-20E60C0EC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AF8AC23-F485-1BA3-0F8D-1A7B90BCB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6F043-4ADE-42DA-B3DF-EA088E1D99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9477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A7F6AF-7277-4C87-2A63-39EFBA99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28B06F3-AACE-4FE8-9B42-7B0EE77A1B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748AA14-F262-0E14-8C9F-2F7A7D9F4A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4AE72FD-409F-6541-ED03-9BC5A34BE8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2064B17-11C4-8580-E1CA-14B5A51636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827C3B2-A00D-8E69-77E4-CFCF62357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2A00-63F9-4936-A9FC-576797656CB3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374ACBC-E790-505D-F5CA-FAACF6402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5276175-D5B7-DE8D-FA62-454F29D5C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6F043-4ADE-42DA-B3DF-EA088E1D99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7882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931618-206E-D1C4-DC95-B6731DDD9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FEC77AC-A252-6289-8635-094260364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2A00-63F9-4936-A9FC-576797656CB3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626A8D4-4838-E76D-B10A-E590C4830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6836405-33E8-CEFB-3F1A-64359187A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6F043-4ADE-42DA-B3DF-EA088E1D99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0216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EA505D6-1CB8-DA10-51E8-E8E0B135C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2A00-63F9-4936-A9FC-576797656CB3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76946FC-1F05-186A-0A5A-31CC46BE6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CD6673-240D-9D6F-216A-BFDD70BF8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6F043-4ADE-42DA-B3DF-EA088E1D99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1843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BECB98-4675-6A2D-DA5C-5161CCEEA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F182115-9A0E-270B-83D3-2C195D817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3BB6FE3-1B8B-3C40-87A2-F7AD028C81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FE9D34E-EF78-928F-C34E-3B28D60D6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2A00-63F9-4936-A9FC-576797656CB3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0AB8B1F-D2FE-76B9-B21B-49C201A4A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68E65F5-78C5-2604-50A3-39E8BBBC6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6F043-4ADE-42DA-B3DF-EA088E1D99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1902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7624F9-2987-575E-8AF3-1FB249984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09980B2-F5A1-C7A2-BA84-F2D6FBF9FC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E1C8FDF-3971-26EC-DDC5-191A2E464F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37BC02A-6628-69EC-9692-CA8F3EF16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2A00-63F9-4936-A9FC-576797656CB3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3CD245D-E4F2-B600-40C4-6C08FC486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D7ED390-4896-36F3-5969-E621D1787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6F043-4ADE-42DA-B3DF-EA088E1D99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2687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7F26FB-9158-A0D2-2A5F-FD38D8A96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1680B6D-44FD-3E93-5D80-8BC037018F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126B317-ECAF-8276-2A78-84C8C3AA9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2A00-63F9-4936-A9FC-576797656CB3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DC52C41-B5B2-2494-8B5C-23083F593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682AAE8-B378-6336-5D30-8BC87D2EF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6F043-4ADE-42DA-B3DF-EA088E1D99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3918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E345305-4807-99C6-9BB2-8563D3E981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63DD89D-DD56-7C09-A699-D008280633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EC2ACAF-814B-02D5-5FFB-6C8F0C4EF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2A00-63F9-4936-A9FC-576797656CB3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B4B0319-EED0-925F-5D37-9C45B2393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1E9CE68-00B7-B575-CC30-2756A3180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6F043-4ADE-42DA-B3DF-EA088E1D99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5475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C823A3E-BBD3-7A66-510A-22AD82119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5C1746F-8B80-760E-FB3C-4AD7726A3D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6837B6F-1CEE-602C-CFAD-DB5E0938BA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A42A00-63F9-4936-A9FC-576797656CB3}" type="datetimeFigureOut">
              <a:rPr lang="zh-TW" altLang="en-US" smtClean="0"/>
              <a:t>2025/12/19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0463772-C166-DD63-62C6-C0B27850F2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C038D64-1915-8616-BE68-7600AD6D33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6F043-4ADE-42DA-B3DF-EA088E1D99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9896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0916D0-B037-B21D-D398-5A21F9D787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894DEE7-8E12-A8F4-AB63-C4333CD5F8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" name="圖片 4" descr="一張含有 文字, 螢幕擷取畫面, 軟體, 電腦圖示 的圖片&#10;&#10;AI 產生的內容可能不正確。">
            <a:extLst>
              <a:ext uri="{FF2B5EF4-FFF2-40B4-BE49-F238E27FC236}">
                <a16:creationId xmlns:a16="http://schemas.microsoft.com/office/drawing/2014/main" id="{74E6BDE0-7B9F-CBD4-B7A8-2F85C79B8F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545" t="26263" r="42045" b="23333"/>
          <a:stretch>
            <a:fillRect/>
          </a:stretch>
        </p:blipFill>
        <p:spPr>
          <a:xfrm>
            <a:off x="230909" y="53253"/>
            <a:ext cx="1634836" cy="3456710"/>
          </a:xfrm>
          <a:prstGeom prst="rect">
            <a:avLst/>
          </a:prstGeom>
        </p:spPr>
      </p:pic>
      <p:pic>
        <p:nvPicPr>
          <p:cNvPr id="7" name="圖片 6" descr="一張含有 文字, 螢幕擷取畫面, 軟體, 電腦圖示 的圖片&#10;&#10;AI 產生的內容可能不正確。">
            <a:extLst>
              <a:ext uri="{FF2B5EF4-FFF2-40B4-BE49-F238E27FC236}">
                <a16:creationId xmlns:a16="http://schemas.microsoft.com/office/drawing/2014/main" id="{CA5CB0B1-105C-9765-F1F0-FA5322CC5C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393" t="13064" r="41743" b="16366"/>
          <a:stretch>
            <a:fillRect/>
          </a:stretch>
        </p:blipFill>
        <p:spPr>
          <a:xfrm>
            <a:off x="1985797" y="53253"/>
            <a:ext cx="1856549" cy="3906837"/>
          </a:xfrm>
          <a:prstGeom prst="rect">
            <a:avLst/>
          </a:prstGeom>
        </p:spPr>
      </p:pic>
      <p:pic>
        <p:nvPicPr>
          <p:cNvPr id="9" name="圖片 8" descr="一張含有 文字, 螢幕擷取畫面, 軟體, 電腦圖示 的圖片&#10;&#10;AI 產生的內容可能不正確。">
            <a:extLst>
              <a:ext uri="{FF2B5EF4-FFF2-40B4-BE49-F238E27FC236}">
                <a16:creationId xmlns:a16="http://schemas.microsoft.com/office/drawing/2014/main" id="{23C87F96-3C41-5411-6B11-44248FB0D20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4545" t="18720" r="37879" b="14141"/>
          <a:stretch>
            <a:fillRect/>
          </a:stretch>
        </p:blipFill>
        <p:spPr>
          <a:xfrm>
            <a:off x="3962398" y="53253"/>
            <a:ext cx="1976622" cy="4098493"/>
          </a:xfrm>
          <a:prstGeom prst="rect">
            <a:avLst/>
          </a:prstGeom>
        </p:spPr>
      </p:pic>
      <p:pic>
        <p:nvPicPr>
          <p:cNvPr id="11" name="圖片 10" descr="一張含有 文字, 螢幕擷取畫面, 軟體, 電腦圖示 的圖片&#10;&#10;AI 產生的內容可能不正確。">
            <a:extLst>
              <a:ext uri="{FF2B5EF4-FFF2-40B4-BE49-F238E27FC236}">
                <a16:creationId xmlns:a16="http://schemas.microsoft.com/office/drawing/2014/main" id="{D91663FD-0D41-E7FD-5A93-11B414CCAEB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2121" t="12660" r="40151" b="20808"/>
          <a:stretch>
            <a:fillRect/>
          </a:stretch>
        </p:blipFill>
        <p:spPr>
          <a:xfrm>
            <a:off x="6096000" y="0"/>
            <a:ext cx="1941374" cy="4098493"/>
          </a:xfrm>
          <a:prstGeom prst="rect">
            <a:avLst/>
          </a:prstGeom>
        </p:spPr>
      </p:pic>
      <p:pic>
        <p:nvPicPr>
          <p:cNvPr id="13" name="圖片 12" descr="一張含有 文字, 螢幕擷取畫面, 軟體, 電腦圖示 的圖片&#10;&#10;AI 產生的內容可能不正確。">
            <a:extLst>
              <a:ext uri="{FF2B5EF4-FFF2-40B4-BE49-F238E27FC236}">
                <a16:creationId xmlns:a16="http://schemas.microsoft.com/office/drawing/2014/main" id="{F26EB425-F3BA-F1FB-3DCB-2FF526D8670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9697" t="12660" r="42424" b="21481"/>
          <a:stretch>
            <a:fillRect/>
          </a:stretch>
        </p:blipFill>
        <p:spPr>
          <a:xfrm>
            <a:off x="8037374" y="-27853"/>
            <a:ext cx="1924651" cy="3987943"/>
          </a:xfrm>
          <a:prstGeom prst="rect">
            <a:avLst/>
          </a:prstGeom>
        </p:spPr>
      </p:pic>
      <p:pic>
        <p:nvPicPr>
          <p:cNvPr id="15" name="圖片 14" descr="一張含有 文字, 螢幕擷取畫面, 軟體, 電腦圖示 的圖片&#10;&#10;AI 產生的內容可能不正確。">
            <a:extLst>
              <a:ext uri="{FF2B5EF4-FFF2-40B4-BE49-F238E27FC236}">
                <a16:creationId xmlns:a16="http://schemas.microsoft.com/office/drawing/2014/main" id="{DE3D7D84-DE67-2EBE-60AC-24302293E6B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5303" t="16366" r="47652" b="20000"/>
          <a:stretch>
            <a:fillRect/>
          </a:stretch>
        </p:blipFill>
        <p:spPr>
          <a:xfrm>
            <a:off x="10090704" y="65881"/>
            <a:ext cx="2078185" cy="4364038"/>
          </a:xfrm>
          <a:prstGeom prst="rect">
            <a:avLst/>
          </a:prstGeom>
        </p:spPr>
      </p:pic>
      <p:pic>
        <p:nvPicPr>
          <p:cNvPr id="17" name="圖片 16" descr="一張含有 文字, 螢幕擷取畫面, 軟體, 電腦圖示 的圖片&#10;&#10;AI 產生的內容可能不正確。">
            <a:extLst>
              <a:ext uri="{FF2B5EF4-FFF2-40B4-BE49-F238E27FC236}">
                <a16:creationId xmlns:a16="http://schemas.microsoft.com/office/drawing/2014/main" id="{3BD86DB3-E668-906E-F9EC-5C6E105A8B8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45758" t="16366" r="37197" b="19816"/>
          <a:stretch>
            <a:fillRect/>
          </a:stretch>
        </p:blipFill>
        <p:spPr>
          <a:xfrm>
            <a:off x="198575" y="2378111"/>
            <a:ext cx="2078185" cy="4376667"/>
          </a:xfrm>
          <a:prstGeom prst="rect">
            <a:avLst/>
          </a:prstGeom>
        </p:spPr>
      </p:pic>
      <p:pic>
        <p:nvPicPr>
          <p:cNvPr id="19" name="圖片 18" descr="一張含有 文字, 螢幕擷取畫面, 軟體, 電腦圖示 的圖片&#10;&#10;AI 產生的內容可能不正確。">
            <a:extLst>
              <a:ext uri="{FF2B5EF4-FFF2-40B4-BE49-F238E27FC236}">
                <a16:creationId xmlns:a16="http://schemas.microsoft.com/office/drawing/2014/main" id="{FB32B59B-77B0-3544-C94E-B77E2054FF25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66212" t="23333" r="20075" b="23334"/>
          <a:stretch>
            <a:fillRect/>
          </a:stretch>
        </p:blipFill>
        <p:spPr>
          <a:xfrm>
            <a:off x="2561691" y="2976418"/>
            <a:ext cx="1671763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552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坤政 施</dc:creator>
  <cp:lastModifiedBy>坤政 施</cp:lastModifiedBy>
  <cp:revision>1</cp:revision>
  <dcterms:created xsi:type="dcterms:W3CDTF">2025-12-19T13:01:55Z</dcterms:created>
  <dcterms:modified xsi:type="dcterms:W3CDTF">2025-12-19T13:02:42Z</dcterms:modified>
</cp:coreProperties>
</file>